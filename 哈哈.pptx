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7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8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9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0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属性</a:t>
            </a:r>
          </a:p>
        </p:txBody>
      </p:sp>
      <p:sp>
        <p:nvSpPr>
          <p:cNvPr id="11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图像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图像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图像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图像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lx 2021.3.24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defRPr sz="3600"/>
            </a:lvl1pPr>
          </a:lstStyle>
          <a:p>
            <a:pPr/>
            <a:r>
              <a:t>lx 2021.3.24</a:t>
            </a:r>
          </a:p>
        </p:txBody>
      </p:sp>
      <p:sp>
        <p:nvSpPr>
          <p:cNvPr id="152" name="测试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测试</a:t>
            </a:r>
          </a:p>
        </p:txBody>
      </p:sp>
      <p:sp>
        <p:nvSpPr>
          <p:cNvPr id="153" name="tes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哈哈哈哈哈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哈哈哈哈哈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